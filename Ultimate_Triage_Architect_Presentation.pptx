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F4F5F"/>
                </a:solidFill>
                <a:latin typeface="Arial"/>
              </a:defRPr>
            </a:pPr>
            <a:r>
              <a:t>Ultimate Triage Architect Portal</a:t>
            </a:r>
          </a:p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Autonomous AI Triage &amp; Support Automation Console</a:t>
            </a:r>
          </a:p>
          <a:p>
            <a:pPr>
              <a:spcBef>
                <a:spcPts val="20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Internship Project Presentation | Yash Ranpariya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F5F"/>
                </a:solidFill>
                <a:latin typeface="Arial"/>
              </a:defRPr>
            </a:pPr>
            <a:r>
              <a:t>Project Overview &amp; Objective</a:t>
            </a:r>
          </a:p>
          <a:p>
            <a:pPr>
              <a:spcBef>
                <a:spcPts val="400"/>
              </a:spcBef>
              <a:defRPr sz="1300" b="1">
                <a:solidFill>
                  <a:srgbClr val="64748B"/>
                </a:solidFill>
                <a:latin typeface="Arial"/>
              </a:defRPr>
            </a:pPr>
            <a:r>
              <a:t>AUTOMATING SUPPORT INCIDENT TRIAGE AND ACTION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Objective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Develop an autonomous, production-grade triage system to ingest, classify, prioritize, and initiate mitigation workflows for support tickets.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SLA Compliance Tracking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Real-time SLA countdown clock matching critical priorities to ensure immediate resolution times (P0 within 2 mins, P1 within 5 mins).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Human-in-the-Loop Orchestration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Bridge the gap between AI triage decisions and manual administrative operations by giving operators recommended action steps and live diagnostic tool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Dual-Domain Support Architecture</a:t>
            </a:r>
          </a:p>
          <a:p>
            <a:pPr>
              <a:spcBef>
                <a:spcPts val="400"/>
              </a:spcBef>
              <a:defRPr sz="1300" b="1">
                <a:solidFill>
                  <a:srgbClr val="64748B"/>
                </a:solidFill>
                <a:latin typeface="Arial"/>
              </a:defRPr>
            </a:pPr>
            <a:r>
              <a:t>FLEXIBLE SYSTEMS TAILORED FOR FOOD DELIVERY AND SAAS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🍕 Zomato Food Support Profile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Handles delivery partner status checks, receipt item discrepancies, and instant wallet refunds for food quality/missing items.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💻 SaaS Platform Triage Profile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Manages database billing, customer plans, log checks, MFA resets, and automated SecOps IP blocking.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Dynamic Theme Context Switching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Seamless hot-swap toggles switching color codes, branding metrics, target database sets, and tool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Tri-Mode Input Workspace</a:t>
            </a:r>
          </a:p>
          <a:p>
            <a:pPr>
              <a:spcBef>
                <a:spcPts val="400"/>
              </a:spcBef>
              <a:defRPr sz="1300" b="1">
                <a:solidFill>
                  <a:srgbClr val="64748B"/>
                </a:solidFill>
                <a:latin typeface="Arial"/>
              </a:defRPr>
            </a:pPr>
            <a:r>
              <a:t>FLEXIBLE SUPPORT CHANNELS INTEGRATED INTO A SINGLE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✉️ Interactive Chat Simulator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Enables support operators to view text query chains and follow up with manual or automated answers.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📞 Voice Call Transcript Decoder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Includes an active audio player, real-time CSS waveform animations, and dynamically synchronized speech-to-text transcripts.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✍️ Custom Write Ticket Editor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A free-form text editor scanning raw queries on-the-fly to pull User IDs, Order IDs, and Invoice references using regular expressions (NLP Entity Extraction).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F5F"/>
                </a:solidFill>
                <a:latin typeface="Arial"/>
              </a:defRPr>
            </a:pPr>
            <a:r>
              <a:t>Sentiment &amp; Classification Logic</a:t>
            </a:r>
          </a:p>
          <a:p>
            <a:pPr>
              <a:spcBef>
                <a:spcPts val="400"/>
              </a:spcBef>
              <a:defRPr sz="1300" b="1">
                <a:solidFill>
                  <a:srgbClr val="64748B"/>
                </a:solidFill>
                <a:latin typeface="Arial"/>
              </a:defRPr>
            </a:pPr>
            <a:r>
              <a:t>NLP-BASED ROUTING AND INCIDENT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Emotional Sentiment Meter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Scans customer text to measure sentiment values from Calm (10%) to Furious (92%), updating dynamic emoji and color bars.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Security Guardrails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Checks for malicious script payloads, SQL injection signatures, and unauthorized filesystem/deletion commands.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Processing Telemetry Log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A live scrolling terminal visualizing NLP tokenization, regex matches, guardrail triggers, and classification telemetry.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Automated Mitigation Simulators</a:t>
            </a:r>
          </a:p>
          <a:p>
            <a:pPr>
              <a:spcBef>
                <a:spcPts val="400"/>
              </a:spcBef>
              <a:defRPr sz="1300" b="1">
                <a:solidFill>
                  <a:srgbClr val="64748B"/>
                </a:solidFill>
                <a:latin typeface="Arial"/>
              </a:defRPr>
            </a:pPr>
            <a:r>
              <a:t>VISUALIZING LIVE DIAGNOSTICS AND RESOLUTION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Rider GPS Status Map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Active map visualization pinning merchant, driver, and user coordinates with distance and speed tracking.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Receipt Comparison Analyzer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Side-by-side bill comparison validating packing lists and auto-highlighting billing mismatches.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Refund Disbursement Receipts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Instant wallet credit transactions displaying transaction reference IDs, refund paths, and live amounts.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Tech Stack &amp; UI Design System</a:t>
            </a:r>
          </a:p>
          <a:p>
            <a:pPr>
              <a:spcBef>
                <a:spcPts val="400"/>
              </a:spcBef>
              <a:defRPr sz="1300" b="1">
                <a:solidFill>
                  <a:srgbClr val="64748B"/>
                </a:solidFill>
                <a:latin typeface="Arial"/>
              </a:defRPr>
            </a:pPr>
            <a:r>
              <a:t>PREMIUM VISUAL AESTHETICS AND COMPONENT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Core Framework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Built on React 18, Vite (Hot Module Replacement), and Lucide React icons for lightweight rendering.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Glassmorphism CSS Design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Sleek frosted-glass paneling, curated color palettes, custom gradients, and 3D bounce buttons.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Optimized &amp; Synchronized</a:t>
            </a:r>
          </a:p>
          <a:p>
            <a:pPr lvl="1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Fully compiled and tested production-ready build, clean of developer debugging consoles or raw JSON outputs in the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F4F5F"/>
                </a:solidFill>
                <a:latin typeface="Arial"/>
              </a:defRPr>
            </a:pPr>
            <a:r>
              <a:t>Thank You!</a:t>
            </a:r>
          </a:p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Questions &amp; Discussion</a:t>
            </a:r>
          </a:p>
          <a:p>
            <a:pPr>
              <a:spcBef>
                <a:spcPts val="20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Ultimate Triage Architect Portal - Fully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