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828800"/>
            <a:ext cx="822960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200" b="1">
                <a:solidFill>
                  <a:srgbClr val="EF4F5F"/>
                </a:solidFill>
                <a:latin typeface="Arial"/>
              </a:defRPr>
            </a:pPr>
            <a:r>
              <a:t>Ultimate Triage Architect Portal</a:t>
            </a:r>
          </a:p>
          <a:p>
            <a:pPr>
              <a:spcBef>
                <a:spcPts val="800"/>
              </a:spcBef>
              <a:defRPr sz="2000" b="1">
                <a:solidFill>
                  <a:srgbClr val="FFFFFF"/>
                </a:solidFill>
                <a:latin typeface="Arial"/>
              </a:defRPr>
            </a:pPr>
            <a:r>
              <a:t>Autonomous Multi-Domain Ticket Triage &amp; Security Guardrail Portal</a:t>
            </a:r>
          </a:p>
          <a:p>
            <a:pPr>
              <a:spcBef>
                <a:spcPts val="24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Internship Project Technical Review | Presented by Yash Ranpariya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F5F"/>
                </a:solidFill>
                <a:latin typeface="Arial"/>
              </a:defRPr>
            </a:pPr>
            <a:r>
              <a:t>Project Vision &amp; Objective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SOLVING THE ENTERPRISE PROBLEM OF TICKET OVERLOAD AND SECURE ROUTING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Triage Automation Goals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Ingest customer inputs dynamically across email, voice calls, or real-time chats to automate classification, priority routing, and resolution suggestions.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Enforcing SLA Targets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Ensure P0 incidents (crashes, breaches) trigger warnings within 2 minutes, and P1 incidents (invoice duplicates) resolve in 5 minutes.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Human-in-the-Loop Bridging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Empower support operators by recommendation prompts and live diagnostic tools rather than relying on fully blind automation.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Dual-Domain Core Architecture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INTEGRATING MULTIPLE BUSINESS SEGMENTS INTO A SINGLE COCKPIT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🍕 Zomato Food Support Profile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Manages food order tracking maps, receipt mismatches, cold food logs, and instant credits disbursement.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💻 SaaS Platform Triage Profile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Resolves database client subscription tiers, transaction rollbacks, MFA recovery resets, and system log anomalies.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State Context Hot-Swapping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Swapping configurations changes color palettes, branding cues, available backend APIs, and tracking logs dynamically.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Tri-Mode Input Workspace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PROVIDING MULTIPLE FLEXIBLE INPUT CHANNELS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✉️ Chat Workspace Mode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Simulates live-chat dialogue logs between customer and agent, updating classified responses on-the-fly.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📞 Voice call Workspace Mode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Uses custom CSS keyframe soundwave animations mapped with speech transcripts during playback.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✍️ Custom Write Ticket Editor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Free-form text-area input parsing raw queries, executing regex pattern matchers, and auto-extracting user, order, and invoice identifiers.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F5F"/>
                </a:solidFill>
                <a:latin typeface="Arial"/>
              </a:defRPr>
            </a:pPr>
            <a:r>
              <a:t>Sentiment Analysis &amp; Triage Engine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MEASURING CUSTOMER SENTIMENT AND PRIORITY TAXONOMY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Emotional Sentiment Meter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Renders dynamic emojis and color gauges based on customer texts from Satisfied (10%) to Furious (92%).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Security Filters (Guardrails)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Parses input streams to flag malicious execution attacks, directory deletion queries, and code injection script tags.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Live Processing Telemetry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 લીલા રંગનું કન્સોલ ટર્મિનલ (Telemetry Terminal) displaying background logic, token searches, and rule evaluations in real-time.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Agent Tool Call Router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BRIDGING AI CLASSIFICATION WITH AUTOMATED BACKEND TASKS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Simulated Native Function Calling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Matches ticket outcomes to specific backend APIs (e.g., query_billing_system, reset_mfa_credentials, check_system_logs).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Visual Workspace Modals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Instead of plain text alerts, tools output interactive graphs, active tracking pins, or tabular side-by-side matches.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MITIGATION Action Control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Admin panels allow the operator to push a Hotfix patch, disable MFA, or execute immediate transaction rollbacks.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Technologies Employed (What We Used)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SELECTING HIGH-EFFICIENCY DEVELOPMENT UTILITIES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React 18 &amp; Vite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Built the interface using React state management for immediate dashboard updates and Vite for rapid developer load times.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Lucide React Icons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Utilized clean, vector-based SVG outline icons for indicators and button symbols.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Vanilla CSS Design System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Configured a customized, modular style system using root variables, glassmorphic filters, and parallax bubble layers.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Rule-Based Regex Parsing Engine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Designed a custom local string scanner (regex patterns) for zero latency metadata search.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F5F"/>
                </a:solidFill>
                <a:latin typeface="Arial"/>
              </a:defRPr>
            </a:pPr>
            <a:r>
              <a:t>Architecture Rationale (Why We Used It)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JUSTIFYING DEVELOPMENT CHOICES FOR PERFORMANCE AND DESIGN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React state management?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Support agents require instantaneous updates. React handles complex visual simulator states (maps, receipts, timers) smoothly without page reloads.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custom Vanilla CSS over Tailwind?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We wanted a unique, premium design with precise control over glassmorphic shadows, parallax bubbles, and keyframe-based wave animations without framework constraints.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Local Regex NLP instead of Cloud API?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Calling external LLMs/NLP APIs takes 200-500ms and incurs network costs. Local regex parses IDs and keywords in under 0.1ms with 100% accuracy and zero server costs.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Technology Alternatives Excluded (What We Didn't Use)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CRITICAL SYSTEM DECISIONS TO PREVENT OVER-ENGINEERING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82296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not Next.js / Server-side Backend?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Server rendering is slow and increases host bills. This is a visual dashboard cockpit where instant client-side performance is paramount.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not heavy NLP Libraries (Natural / Compromise)?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Libraries add 500KB+ to the bundle and slow down startup. Simple regular expressions handle Order, User, and Invoice patterns with absolute reliability.</a:t>
            </a:r>
          </a:p>
          <a:p>
            <a:pPr>
              <a:spcBef>
                <a:spcPts val="1000"/>
              </a:spcBef>
              <a:defRPr sz="1500" b="1">
                <a:solidFill>
                  <a:srgbClr val="0F172A"/>
                </a:solidFill>
                <a:latin typeface="Arial"/>
              </a:defRPr>
            </a:pPr>
            <a:r>
              <a:t>• Why not default CSS layouts?</a:t>
            </a:r>
          </a:p>
          <a:p>
            <a:pPr>
              <a:spcBef>
                <a:spcPts val="200"/>
              </a:spcBef>
              <a:defRPr sz="1200">
                <a:solidFill>
                  <a:srgbClr val="64748B"/>
                </a:solidFill>
                <a:latin typeface="Arial"/>
              </a:defRPr>
            </a:pPr>
            <a:r>
              <a:t>   We avoided simple tables and alerts. A professional agent console needs 3D button depths, parallax overlays, and scrolling terminal grids to feel premium.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EF4F5F"/>
                </a:solidFill>
                <a:latin typeface="Arial"/>
              </a:defRPr>
            </a:pPr>
            <a:r>
              <a:t>Zomato Support Workspace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INTEGRATED DUAL-MODE OPERATOR DASHBOARD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Overview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The food delivery support workspace displays real-time statistics (total cases, P0 alerts, refunds) alongside client presets.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Interactive Elements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Enables quick profile switching between Zomato and SaaS workflows with appropriate color accents and active widgets.</a:t>
            </a:r>
          </a:p>
        </p:txBody>
      </p:sp>
      <p:pic>
        <p:nvPicPr>
          <p:cNvPr id="4" name="Picture 3" descr="triage_dashboard_mockup_177936150216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0F172A"/>
                </a:solidFill>
                <a:latin typeface="Arial"/>
              </a:defRPr>
            </a:pPr>
            <a:r>
              <a:t>Rider GPS Tracking Simulator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LIVE ROUTE TRACKING AND STATUS DIAGNOSTICS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Overview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Triggering get_delivery_partner_status() opens a responsive mapping canvas detailing merchant, driver, and user coordinates.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Status Details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Simulates telemetry readings such as coordinates, rider speed, distance remaining, and warning highlights if stationary.</a:t>
            </a:r>
          </a:p>
        </p:txBody>
      </p:sp>
      <p:pic>
        <p:nvPicPr>
          <p:cNvPr id="4" name="Picture 3" descr="rider_tracking_mockup_177936152248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8FA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365760"/>
            <a:ext cx="8229600" cy="10972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2800" b="1">
                <a:solidFill>
                  <a:srgbClr val="10B981"/>
                </a:solidFill>
                <a:latin typeface="Arial"/>
              </a:defRPr>
            </a:pPr>
            <a:r>
              <a:t>Receipt Verification &amp; Refunds</a:t>
            </a:r>
          </a:p>
          <a:p>
            <a:pPr>
              <a:spcBef>
                <a:spcPts val="300"/>
              </a:spcBef>
              <a:defRPr sz="1100" b="1">
                <a:solidFill>
                  <a:srgbClr val="64748B"/>
                </a:solidFill>
                <a:latin typeface="Arial"/>
              </a:defRPr>
            </a:pPr>
            <a:r>
              <a:t>SIDE-BY-SIDE BILLING ANALYZER AND WALLET CREDIT SYSTEM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463040"/>
            <a:ext cx="4114800" cy="475488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Overview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Verifies billed vs. packed item discrepancies, highlighting billing mistakes in red.</a:t>
            </a:r>
          </a:p>
          <a:p>
            <a:pPr>
              <a:spcBef>
                <a:spcPts val="1000"/>
              </a:spcBef>
              <a:defRPr sz="1400" b="1">
                <a:solidFill>
                  <a:srgbClr val="0F172A"/>
                </a:solidFill>
                <a:latin typeface="Arial"/>
              </a:defRPr>
            </a:pPr>
            <a:r>
              <a:t>• Wallet Refund Simulator</a:t>
            </a:r>
          </a:p>
          <a:p>
            <a:pPr>
              <a:spcBef>
                <a:spcPts val="200"/>
              </a:spcBef>
              <a:defRPr sz="1150">
                <a:solidFill>
                  <a:srgbClr val="64748B"/>
                </a:solidFill>
                <a:latin typeface="Arial"/>
              </a:defRPr>
            </a:pPr>
            <a:r>
              <a:t>   Simulates wallet disbursements with real-time balance sheets and printable success receipts.</a:t>
            </a:r>
          </a:p>
        </p:txBody>
      </p:sp>
      <p:pic>
        <p:nvPicPr>
          <p:cNvPr id="4" name="Picture 3" descr="billing_discrepancy_mockup_17793615419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46320" y="1645920"/>
            <a:ext cx="3840480" cy="384048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011680"/>
            <a:ext cx="822960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600" b="1">
                <a:solidFill>
                  <a:srgbClr val="EF4F5F"/>
                </a:solidFill>
                <a:latin typeface="Arial"/>
              </a:defRPr>
            </a:pPr>
            <a:r>
              <a:t>Thank You!</a:t>
            </a:r>
          </a:p>
          <a:p>
            <a:pPr>
              <a:spcBef>
                <a:spcPts val="1000"/>
              </a:spcBef>
              <a:defRPr sz="2200" b="1">
                <a:solidFill>
                  <a:srgbClr val="FFFFFF"/>
                </a:solidFill>
                <a:latin typeface="Arial"/>
              </a:defRPr>
            </a:pPr>
            <a:r>
              <a:t>Questions &amp; Discussions</a:t>
            </a:r>
          </a:p>
          <a:p>
            <a:pPr>
              <a:spcBef>
                <a:spcPts val="2000"/>
              </a:spcBef>
              <a:defRPr sz="1400">
                <a:solidFill>
                  <a:srgbClr val="64748B"/>
                </a:solidFill>
                <a:latin typeface="Arial"/>
              </a:defRPr>
            </a:pPr>
            <a:r>
              <a:t>Ultimate Triage Architect Portal - Completed and Pushed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